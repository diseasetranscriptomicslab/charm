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2" r:id="rId3"/>
    <p:sldId id="263" r:id="rId4"/>
    <p:sldId id="259" r:id="rId5"/>
    <p:sldId id="261" r:id="rId6"/>
    <p:sldId id="257" r:id="rId7"/>
    <p:sldId id="256" r:id="rId8"/>
    <p:sldId id="258" r:id="rId9"/>
    <p:sldId id="260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30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4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1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4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3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1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0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8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1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8CA71-A2E1-46C4-A260-5598420FBBDC}" type="datetimeFigureOut">
              <a:rPr lang="en-US" smtClean="0"/>
              <a:t>25-Aug-26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50E8D-BA4F-4982-8BC0-59DF496096A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4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32208E4-9B7B-3FB2-9D9D-EE0E13CF6E28}"/>
              </a:ext>
            </a:extLst>
          </p:cNvPr>
          <p:cNvGrpSpPr/>
          <p:nvPr/>
        </p:nvGrpSpPr>
        <p:grpSpPr>
          <a:xfrm>
            <a:off x="-2" y="-63500"/>
            <a:ext cx="6858004" cy="7632700"/>
            <a:chOff x="-2" y="-63500"/>
            <a:chExt cx="6858004" cy="7632700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7A69C4CC-D318-10B1-3A34-F25A34231474}"/>
                </a:ext>
              </a:extLst>
            </p:cNvPr>
            <p:cNvSpPr/>
            <p:nvPr/>
          </p:nvSpPr>
          <p:spPr>
            <a:xfrm>
              <a:off x="-2" y="0"/>
              <a:ext cx="6858000" cy="75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F20D042-6D32-A3A2-DC19-C64E887DE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57500"/>
              <a:ext cx="3429000" cy="2901462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3E833771-BF89-038E-0871-F15D9E92D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2835518"/>
              <a:ext cx="3429002" cy="2901463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A773310D-7A23-2DB5-E612-056301290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286000" cy="142875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AE181DCD-8C3D-D998-32CC-E68E39712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2" y="0"/>
              <a:ext cx="2286000" cy="1428750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E911E832-0F5B-A842-4C47-CC911DF48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2" y="0"/>
              <a:ext cx="2286000" cy="1428750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B58D2FA5-8C8E-EB45-E982-AA0789F05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428750"/>
              <a:ext cx="2286000" cy="1428750"/>
            </a:xfrm>
            <a:prstGeom prst="rect">
              <a:avLst/>
            </a:prstGeom>
          </p:spPr>
        </p:pic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934D3588-8266-D3AD-8BB9-99E5C7489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2" y="1428750"/>
              <a:ext cx="2286000" cy="142875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A89ED6E1-6BEC-393A-D29C-E661E32CF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2" y="1428750"/>
              <a:ext cx="2286000" cy="1428750"/>
            </a:xfrm>
            <a:prstGeom prst="rect">
              <a:avLst/>
            </a:prstGeom>
          </p:spPr>
        </p:pic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7F456241-851D-5834-4894-508373145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736981"/>
              <a:ext cx="6858000" cy="1714500"/>
            </a:xfrm>
            <a:prstGeom prst="rect">
              <a:avLst/>
            </a:prstGeom>
          </p:spPr>
        </p:pic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FF67EC16-64D2-BFDB-5EE4-FAE9B2E031A6}"/>
                </a:ext>
              </a:extLst>
            </p:cNvPr>
            <p:cNvSpPr txBox="1"/>
            <p:nvPr/>
          </p:nvSpPr>
          <p:spPr>
            <a:xfrm>
              <a:off x="-2" y="-63500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6FCB7049-137C-A07F-0B0C-D01E2BCBD17B}"/>
                </a:ext>
              </a:extLst>
            </p:cNvPr>
            <p:cNvSpPr txBox="1"/>
            <p:nvPr/>
          </p:nvSpPr>
          <p:spPr>
            <a:xfrm>
              <a:off x="-2" y="133836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7E01A0B9-1FF3-5720-B5A6-555564CBE753}"/>
                </a:ext>
              </a:extLst>
            </p:cNvPr>
            <p:cNvSpPr txBox="1"/>
            <p:nvPr/>
          </p:nvSpPr>
          <p:spPr>
            <a:xfrm>
              <a:off x="-2" y="2920999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DA6C91A5-F7DA-276D-ED7F-B1CBE0911606}"/>
                </a:ext>
              </a:extLst>
            </p:cNvPr>
            <p:cNvSpPr txBox="1"/>
            <p:nvPr/>
          </p:nvSpPr>
          <p:spPr>
            <a:xfrm>
              <a:off x="-2" y="5605073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681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C602A4B-FF8C-69DF-FC76-D866974E4DAD}"/>
              </a:ext>
            </a:extLst>
          </p:cNvPr>
          <p:cNvGrpSpPr/>
          <p:nvPr/>
        </p:nvGrpSpPr>
        <p:grpSpPr>
          <a:xfrm>
            <a:off x="-2032" y="-68342"/>
            <a:ext cx="6860032" cy="5517404"/>
            <a:chOff x="-2032" y="-68342"/>
            <a:chExt cx="6860032" cy="5517404"/>
          </a:xfrm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EECD9C7-03AC-484D-5E60-D995A44B4C27}"/>
                </a:ext>
              </a:extLst>
            </p:cNvPr>
            <p:cNvSpPr/>
            <p:nvPr/>
          </p:nvSpPr>
          <p:spPr>
            <a:xfrm>
              <a:off x="-2032" y="0"/>
              <a:ext cx="6860032" cy="54460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F694F01-3AD5-528A-D634-EC452844E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" y="302514"/>
              <a:ext cx="3429000" cy="257175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FA4DF2B-55FB-F30F-AE3B-1DAB2027E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74264"/>
              <a:ext cx="3433064" cy="2574798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9D769A3-69B6-D315-9423-B4239B428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4936" y="302514"/>
              <a:ext cx="3433064" cy="2574798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56BA169-FC9C-E8CF-95B6-350EF05F0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4936" y="2871216"/>
              <a:ext cx="3433064" cy="2574798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8E3780F-5BFE-A1D1-57D0-21442791E2CE}"/>
                </a:ext>
              </a:extLst>
            </p:cNvPr>
            <p:cNvSpPr txBox="1"/>
            <p:nvPr/>
          </p:nvSpPr>
          <p:spPr>
            <a:xfrm>
              <a:off x="1268333" y="-68342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HEPG2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971C72D-2BC0-CDA6-939C-005BDFEE809F}"/>
                </a:ext>
              </a:extLst>
            </p:cNvPr>
            <p:cNvSpPr txBox="1"/>
            <p:nvPr/>
          </p:nvSpPr>
          <p:spPr>
            <a:xfrm>
              <a:off x="4798265" y="-68342"/>
              <a:ext cx="686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K562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A8F72F7-9572-41FA-9BBF-1C6871CBF202}"/>
                </a:ext>
              </a:extLst>
            </p:cNvPr>
            <p:cNvSpPr txBox="1"/>
            <p:nvPr/>
          </p:nvSpPr>
          <p:spPr>
            <a:xfrm>
              <a:off x="-2032" y="231648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14895F47-0DDC-D7A0-DB52-4537A63BEA31}"/>
                </a:ext>
              </a:extLst>
            </p:cNvPr>
            <p:cNvSpPr txBox="1"/>
            <p:nvPr/>
          </p:nvSpPr>
          <p:spPr>
            <a:xfrm>
              <a:off x="3531965" y="231648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2030DDD-34CE-64E1-161E-4B3DFE2BFD18}"/>
                </a:ext>
              </a:extLst>
            </p:cNvPr>
            <p:cNvSpPr txBox="1"/>
            <p:nvPr/>
          </p:nvSpPr>
          <p:spPr>
            <a:xfrm>
              <a:off x="-2032" y="294513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52268F2-EA1A-82D1-C1FD-EAB3D909AEA5}"/>
                </a:ext>
              </a:extLst>
            </p:cNvPr>
            <p:cNvSpPr txBox="1"/>
            <p:nvPr/>
          </p:nvSpPr>
          <p:spPr>
            <a:xfrm>
              <a:off x="3525553" y="2945130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175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E5E5743D-1671-3385-212A-BE2161F752D5}"/>
              </a:ext>
            </a:extLst>
          </p:cNvPr>
          <p:cNvGrpSpPr/>
          <p:nvPr/>
        </p:nvGrpSpPr>
        <p:grpSpPr>
          <a:xfrm>
            <a:off x="0" y="-46990"/>
            <a:ext cx="6861617" cy="4999990"/>
            <a:chOff x="0" y="-46990"/>
            <a:chExt cx="6861617" cy="4999990"/>
          </a:xfrm>
        </p:grpSpPr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36623F2D-E996-EE68-052F-F75ABACF730F}"/>
                </a:ext>
              </a:extLst>
            </p:cNvPr>
            <p:cNvSpPr/>
            <p:nvPr/>
          </p:nvSpPr>
          <p:spPr>
            <a:xfrm>
              <a:off x="0" y="-46990"/>
              <a:ext cx="6858000" cy="49999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B319F2AB-F2D1-4272-D77B-2610B491F66F}"/>
                </a:ext>
              </a:extLst>
            </p:cNvPr>
            <p:cNvGrpSpPr/>
            <p:nvPr/>
          </p:nvGrpSpPr>
          <p:grpSpPr>
            <a:xfrm>
              <a:off x="0" y="-46990"/>
              <a:ext cx="6861617" cy="4845605"/>
              <a:chOff x="0" y="-46990"/>
              <a:chExt cx="6861617" cy="4845605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7E90D5A3-5C0D-1E2D-E720-F38B1E44EE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" y="0"/>
                <a:ext cx="6857996" cy="1714499"/>
              </a:xfrm>
              <a:prstGeom prst="rect">
                <a:avLst/>
              </a:prstGeom>
            </p:spPr>
          </p:pic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8812037-2093-477B-6FE9-830EFCA0E0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46990"/>
                <a:ext cx="2952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</p:txBody>
          </p:sp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813FDB72-444A-DD35-5FE9-EE4BCDAFE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0" y="1834118"/>
                <a:ext cx="2286720" cy="1429199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EF7EFB1-3D0D-B6C0-801E-7F1FC449E3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714499"/>
                <a:ext cx="2952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</p:txBody>
          </p:sp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BF551CEE-8B48-778D-4CEE-BCA3648F5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2314980" y="1834118"/>
                <a:ext cx="2286720" cy="1429199"/>
              </a:xfrm>
              <a:prstGeom prst="rect">
                <a:avLst/>
              </a:prstGeom>
            </p:spPr>
          </p:pic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D8653556-C4AD-E52F-9694-B73213CC0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4574897" y="1834118"/>
                <a:ext cx="2286720" cy="1429199"/>
              </a:xfrm>
              <a:prstGeom prst="rect">
                <a:avLst/>
              </a:prstGeom>
            </p:spPr>
          </p:pic>
          <p:pic>
            <p:nvPicPr>
              <p:cNvPr id="17" name="Imagem 16">
                <a:extLst>
                  <a:ext uri="{FF2B5EF4-FFF2-40B4-BE49-F238E27FC236}">
                    <a16:creationId xmlns:a16="http://schemas.microsoft.com/office/drawing/2014/main" id="{98E04E56-CF75-76B1-0F50-565DC0F30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0" y="3369416"/>
                <a:ext cx="2286720" cy="1429199"/>
              </a:xfrm>
              <a:prstGeom prst="rect">
                <a:avLst/>
              </a:prstGeom>
            </p:spPr>
          </p:pic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0A4DF31-FEE6-5C6A-25BC-B3E978F514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3263317"/>
                <a:ext cx="2952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</a:p>
            </p:txBody>
          </p:sp>
          <p:pic>
            <p:nvPicPr>
              <p:cNvPr id="21" name="Imagem 20">
                <a:extLst>
                  <a:ext uri="{FF2B5EF4-FFF2-40B4-BE49-F238E27FC236}">
                    <a16:creationId xmlns:a16="http://schemas.microsoft.com/office/drawing/2014/main" id="{179BF72F-4A68-09B1-12AD-2D9F77BA3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/>
              <a:stretch/>
            </p:blipFill>
            <p:spPr>
              <a:xfrm>
                <a:off x="2314980" y="3369416"/>
                <a:ext cx="2286720" cy="1429199"/>
              </a:xfrm>
              <a:prstGeom prst="rect">
                <a:avLst/>
              </a:prstGeom>
            </p:spPr>
          </p:pic>
          <p:pic>
            <p:nvPicPr>
              <p:cNvPr id="23" name="Imagem 22">
                <a:extLst>
                  <a:ext uri="{FF2B5EF4-FFF2-40B4-BE49-F238E27FC236}">
                    <a16:creationId xmlns:a16="http://schemas.microsoft.com/office/drawing/2014/main" id="{453BAF34-A723-C1CF-CC0D-A7AF8FBF2D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/>
              <a:stretch/>
            </p:blipFill>
            <p:spPr>
              <a:xfrm>
                <a:off x="4574897" y="3369416"/>
                <a:ext cx="2286720" cy="142919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257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68BFCEB-2C80-F368-D6D2-89A95B47D48A}"/>
              </a:ext>
            </a:extLst>
          </p:cNvPr>
          <p:cNvGrpSpPr/>
          <p:nvPr/>
        </p:nvGrpSpPr>
        <p:grpSpPr>
          <a:xfrm>
            <a:off x="0" y="0"/>
            <a:ext cx="6858000" cy="5372100"/>
            <a:chOff x="0" y="0"/>
            <a:chExt cx="6858000" cy="5372100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D760EAF-DE40-F109-6167-3741DF85EEC0}"/>
                </a:ext>
              </a:extLst>
            </p:cNvPr>
            <p:cNvSpPr/>
            <p:nvPr/>
          </p:nvSpPr>
          <p:spPr>
            <a:xfrm>
              <a:off x="0" y="0"/>
              <a:ext cx="6858000" cy="5372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2DD539D-189E-CA0F-2367-AC928BAFE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429000" cy="257175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2281921-C10A-B453-AEC5-BC339A0AA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0"/>
              <a:ext cx="3429000" cy="257175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3831ADB1-1C29-D579-218C-D414C1ECB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71750"/>
              <a:ext cx="3429000" cy="257175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8E4CACC-50E0-5238-CBC2-CB0B4B0A2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84370" y="2571750"/>
              <a:ext cx="3273630" cy="2628900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A5B5A10-5780-3DBD-427E-D6CCB5BCA360}"/>
                </a:ext>
              </a:extLst>
            </p:cNvPr>
            <p:cNvSpPr txBox="1"/>
            <p:nvPr/>
          </p:nvSpPr>
          <p:spPr>
            <a:xfrm>
              <a:off x="0" y="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1DD9B073-C4CB-35CB-7E0F-B4A79EC38604}"/>
                </a:ext>
              </a:extLst>
            </p:cNvPr>
            <p:cNvSpPr txBox="1"/>
            <p:nvPr/>
          </p:nvSpPr>
          <p:spPr>
            <a:xfrm>
              <a:off x="3584370" y="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1FD85BBC-C555-7501-771A-41E3870A2F6D}"/>
                </a:ext>
              </a:extLst>
            </p:cNvPr>
            <p:cNvSpPr txBox="1"/>
            <p:nvPr/>
          </p:nvSpPr>
          <p:spPr>
            <a:xfrm>
              <a:off x="0" y="267795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10ACEFEC-BE37-EC28-FB75-42FA9820327C}"/>
                </a:ext>
              </a:extLst>
            </p:cNvPr>
            <p:cNvSpPr txBox="1"/>
            <p:nvPr/>
          </p:nvSpPr>
          <p:spPr>
            <a:xfrm>
              <a:off x="3584370" y="267795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17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863BACD2-A814-A46B-5407-9CD4ACE17E2D}"/>
              </a:ext>
            </a:extLst>
          </p:cNvPr>
          <p:cNvGrpSpPr/>
          <p:nvPr/>
        </p:nvGrpSpPr>
        <p:grpSpPr>
          <a:xfrm>
            <a:off x="0" y="0"/>
            <a:ext cx="6858000" cy="5006340"/>
            <a:chOff x="0" y="0"/>
            <a:chExt cx="6858000" cy="500634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2C14905-8F02-B484-D7C1-47AF6B89C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67"/>
            <a:stretch>
              <a:fillRect/>
            </a:stretch>
          </p:blipFill>
          <p:spPr>
            <a:xfrm>
              <a:off x="0" y="0"/>
              <a:ext cx="6858000" cy="500634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6E4C5F3-9656-51FE-304F-77177F704B9E}"/>
                </a:ext>
              </a:extLst>
            </p:cNvPr>
            <p:cNvSpPr/>
            <p:nvPr/>
          </p:nvSpPr>
          <p:spPr>
            <a:xfrm rot="19839744">
              <a:off x="4176492" y="3555833"/>
              <a:ext cx="593843" cy="524548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8EAACD12-AFDF-1B76-B40F-E5DC142EFEBF}"/>
                </a:ext>
              </a:extLst>
            </p:cNvPr>
            <p:cNvSpPr/>
            <p:nvPr/>
          </p:nvSpPr>
          <p:spPr>
            <a:xfrm rot="8349796">
              <a:off x="1819274" y="1457326"/>
              <a:ext cx="214313" cy="147637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eta: Para a Direita 7">
              <a:extLst>
                <a:ext uri="{FF2B5EF4-FFF2-40B4-BE49-F238E27FC236}">
                  <a16:creationId xmlns:a16="http://schemas.microsoft.com/office/drawing/2014/main" id="{24F8234F-4CDE-42E7-7DDF-EA7CD79A05DC}"/>
                </a:ext>
              </a:extLst>
            </p:cNvPr>
            <p:cNvSpPr/>
            <p:nvPr/>
          </p:nvSpPr>
          <p:spPr>
            <a:xfrm rot="19223088">
              <a:off x="3676649" y="1981202"/>
              <a:ext cx="214313" cy="147637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11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Agrupar 34">
            <a:extLst>
              <a:ext uri="{FF2B5EF4-FFF2-40B4-BE49-F238E27FC236}">
                <a16:creationId xmlns:a16="http://schemas.microsoft.com/office/drawing/2014/main" id="{22816FB0-4E88-FEA4-30AD-25428F765C07}"/>
              </a:ext>
            </a:extLst>
          </p:cNvPr>
          <p:cNvGrpSpPr/>
          <p:nvPr/>
        </p:nvGrpSpPr>
        <p:grpSpPr>
          <a:xfrm>
            <a:off x="0" y="0"/>
            <a:ext cx="6858001" cy="6179820"/>
            <a:chOff x="0" y="0"/>
            <a:chExt cx="6858001" cy="6179820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F036F934-2451-FBE2-7928-37007CF32876}"/>
                </a:ext>
              </a:extLst>
            </p:cNvPr>
            <p:cNvGrpSpPr/>
            <p:nvPr/>
          </p:nvGrpSpPr>
          <p:grpSpPr>
            <a:xfrm>
              <a:off x="0" y="0"/>
              <a:ext cx="6858001" cy="6179820"/>
              <a:chOff x="0" y="0"/>
              <a:chExt cx="6858001" cy="6179820"/>
            </a:xfrm>
          </p:grpSpPr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D64EF2EA-F405-1C99-47EF-DB10B9D8FFC1}"/>
                  </a:ext>
                </a:extLst>
              </p:cNvPr>
              <p:cNvSpPr/>
              <p:nvPr/>
            </p:nvSpPr>
            <p:spPr>
              <a:xfrm>
                <a:off x="0" y="0"/>
                <a:ext cx="6858000" cy="61798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BD7EC6F9-D7C6-8265-67FB-1073AEB6F8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214312"/>
                <a:ext cx="3429000" cy="2571750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34D11A65-486E-D665-F838-2A6DB0C3AC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809"/>
              <a:stretch>
                <a:fillRect/>
              </a:stretch>
            </p:blipFill>
            <p:spPr>
              <a:xfrm>
                <a:off x="3429000" y="0"/>
                <a:ext cx="3429000" cy="2886075"/>
              </a:xfrm>
              <a:prstGeom prst="rect">
                <a:avLst/>
              </a:prstGeom>
            </p:spPr>
          </p:pic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9D551F03-F72F-5A7E-7912-66BD5BE13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2938848"/>
                <a:ext cx="3429000" cy="2743200"/>
              </a:xfrm>
              <a:prstGeom prst="rect">
                <a:avLst/>
              </a:prstGeom>
            </p:spPr>
          </p:pic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237BFA80-F4CD-E55B-B973-87C50B0518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9001" y="2938848"/>
                <a:ext cx="3429000" cy="3009664"/>
              </a:xfrm>
              <a:prstGeom prst="rect">
                <a:avLst/>
              </a:prstGeom>
            </p:spPr>
          </p:pic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9BFCD82A-C83A-596A-CE28-98B8F424854B}"/>
                  </a:ext>
                </a:extLst>
              </p:cNvPr>
              <p:cNvSpPr/>
              <p:nvPr/>
            </p:nvSpPr>
            <p:spPr>
              <a:xfrm>
                <a:off x="3429000" y="1250156"/>
                <a:ext cx="119063" cy="2952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9BD725D9-C84D-F2B2-2758-AFA9DBE32D8B}"/>
                  </a:ext>
                </a:extLst>
              </p:cNvPr>
              <p:cNvSpPr txBox="1"/>
              <p:nvPr/>
            </p:nvSpPr>
            <p:spPr>
              <a:xfrm rot="16200000">
                <a:off x="3228823" y="1212220"/>
                <a:ext cx="49084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PDiff</a:t>
                </a:r>
                <a:endParaRPr 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AE8F1AEA-F33E-BAAC-FCCB-142328D61BAA}"/>
                  </a:ext>
                </a:extLst>
              </p:cNvPr>
              <p:cNvSpPr/>
              <p:nvPr/>
            </p:nvSpPr>
            <p:spPr>
              <a:xfrm>
                <a:off x="4867275" y="2786062"/>
                <a:ext cx="709613" cy="1000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32C3231-490B-EF34-FA49-D8DC11B6EF6E}"/>
                  </a:ext>
                </a:extLst>
              </p:cNvPr>
              <p:cNvSpPr txBox="1"/>
              <p:nvPr/>
            </p:nvSpPr>
            <p:spPr>
              <a:xfrm>
                <a:off x="4449656" y="2733289"/>
                <a:ext cx="153279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dPSI</a:t>
                </a:r>
                <a:r>
                  <a:rPr lang="en-US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 (shRNA – CTRL)</a:t>
                </a:r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293BFDA4-6C78-1EE0-AA75-FFBA0CD13BE0}"/>
                  </a:ext>
                </a:extLst>
              </p:cNvPr>
              <p:cNvSpPr/>
              <p:nvPr/>
            </p:nvSpPr>
            <p:spPr>
              <a:xfrm>
                <a:off x="3509963" y="4388644"/>
                <a:ext cx="147637" cy="5095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C2F638D0-87C2-3F7E-1407-6C30C0631E9B}"/>
                  </a:ext>
                </a:extLst>
              </p:cNvPr>
              <p:cNvSpPr txBox="1"/>
              <p:nvPr/>
            </p:nvSpPr>
            <p:spPr>
              <a:xfrm rot="16200000">
                <a:off x="3116985" y="4426377"/>
                <a:ext cx="93326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U2AF2 </a:t>
                </a:r>
                <a:r>
                  <a:rPr lang="en-US" sz="10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dPSI</a:t>
                </a:r>
                <a:endParaRPr 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tângulo 25">
                <a:extLst>
                  <a:ext uri="{FF2B5EF4-FFF2-40B4-BE49-F238E27FC236}">
                    <a16:creationId xmlns:a16="http://schemas.microsoft.com/office/drawing/2014/main" id="{804A306B-FFFD-5D32-C86F-F9709BD24C91}"/>
                  </a:ext>
                </a:extLst>
              </p:cNvPr>
              <p:cNvSpPr/>
              <p:nvPr/>
            </p:nvSpPr>
            <p:spPr>
              <a:xfrm>
                <a:off x="4953000" y="5682048"/>
                <a:ext cx="568325" cy="2202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8EF9AAA0-1A49-CF92-6976-0BE609E677E9}"/>
                  </a:ext>
                </a:extLst>
              </p:cNvPr>
              <p:cNvSpPr txBox="1"/>
              <p:nvPr/>
            </p:nvSpPr>
            <p:spPr>
              <a:xfrm>
                <a:off x="4749417" y="5619364"/>
                <a:ext cx="93326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U2AF1 </a:t>
                </a:r>
                <a:r>
                  <a:rPr lang="en-US" sz="10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dPSI</a:t>
                </a:r>
                <a:endParaRPr lang="en-US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55EFC2D-65A9-FFDA-7648-F39A6FEB65B0}"/>
                </a:ext>
              </a:extLst>
            </p:cNvPr>
            <p:cNvSpPr txBox="1"/>
            <p:nvPr/>
          </p:nvSpPr>
          <p:spPr>
            <a:xfrm>
              <a:off x="0" y="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EBEBF285-334A-B97E-A7D0-6B39646FC45B}"/>
                </a:ext>
              </a:extLst>
            </p:cNvPr>
            <p:cNvSpPr txBox="1"/>
            <p:nvPr/>
          </p:nvSpPr>
          <p:spPr>
            <a:xfrm>
              <a:off x="3209509" y="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D89FFC38-D5B4-2414-7616-527FF296B764}"/>
                </a:ext>
              </a:extLst>
            </p:cNvPr>
            <p:cNvSpPr txBox="1"/>
            <p:nvPr/>
          </p:nvSpPr>
          <p:spPr>
            <a:xfrm>
              <a:off x="3209509" y="277780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F82E7270-122A-1AB9-AE06-D2269B505923}"/>
                </a:ext>
              </a:extLst>
            </p:cNvPr>
            <p:cNvSpPr txBox="1"/>
            <p:nvPr/>
          </p:nvSpPr>
          <p:spPr>
            <a:xfrm>
              <a:off x="0" y="28025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31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9E8EDDE-5912-9788-833E-D089531CC396}"/>
              </a:ext>
            </a:extLst>
          </p:cNvPr>
          <p:cNvGrpSpPr/>
          <p:nvPr/>
        </p:nvGrpSpPr>
        <p:grpSpPr>
          <a:xfrm>
            <a:off x="-1800" y="0"/>
            <a:ext cx="6898426" cy="8677251"/>
            <a:chOff x="-1800" y="0"/>
            <a:chExt cx="6898426" cy="8677251"/>
          </a:xfrm>
        </p:grpSpPr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238F6D4B-55A6-D570-061F-62161012CEDD}"/>
                </a:ext>
              </a:extLst>
            </p:cNvPr>
            <p:cNvSpPr/>
            <p:nvPr/>
          </p:nvSpPr>
          <p:spPr>
            <a:xfrm>
              <a:off x="0" y="0"/>
              <a:ext cx="6896626" cy="867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7BFAD12-0822-9E5D-897B-0ADAFA005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429000" cy="257175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CFC37C4-B5E4-5FD3-D61B-F1BBCF9BB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0"/>
              <a:ext cx="3430800" cy="257310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9F4648DD-E059-E69A-793C-9599A0E1F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71750"/>
              <a:ext cx="3430800" cy="300195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D21890BB-F228-B1AC-C51A-68B79CAFB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9250" y="2571750"/>
              <a:ext cx="3478750" cy="278300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B682D2CB-0357-0EB3-1076-23D2AC34F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00" y="5675300"/>
              <a:ext cx="3430800" cy="300195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04E39BFC-BB5F-4702-F918-6A169DFB5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5825" y="5675300"/>
              <a:ext cx="3430801" cy="3001951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A72C0B6B-5F69-D6C4-0ED6-D281A7140608}"/>
                </a:ext>
              </a:extLst>
            </p:cNvPr>
            <p:cNvSpPr txBox="1"/>
            <p:nvPr/>
          </p:nvSpPr>
          <p:spPr>
            <a:xfrm>
              <a:off x="0" y="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B6E6B66-1054-8577-3BAE-227B6EB67E0B}"/>
                </a:ext>
              </a:extLst>
            </p:cNvPr>
            <p:cNvSpPr txBox="1"/>
            <p:nvPr/>
          </p:nvSpPr>
          <p:spPr>
            <a:xfrm>
              <a:off x="3429000" y="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549F43F-3DCC-8546-02CE-860BA58370DF}"/>
                </a:ext>
              </a:extLst>
            </p:cNvPr>
            <p:cNvSpPr txBox="1"/>
            <p:nvPr/>
          </p:nvSpPr>
          <p:spPr>
            <a:xfrm>
              <a:off x="0" y="2395141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29F8D1F-E568-F761-6887-86BB065CE841}"/>
                </a:ext>
              </a:extLst>
            </p:cNvPr>
            <p:cNvSpPr txBox="1"/>
            <p:nvPr/>
          </p:nvSpPr>
          <p:spPr>
            <a:xfrm>
              <a:off x="3429000" y="2395141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142FF03-B7F6-D835-863C-AE29140525AF}"/>
                </a:ext>
              </a:extLst>
            </p:cNvPr>
            <p:cNvSpPr txBox="1"/>
            <p:nvPr/>
          </p:nvSpPr>
          <p:spPr>
            <a:xfrm>
              <a:off x="0" y="557370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ED518260-39B3-A7D2-3B3D-3C15664DE3EE}"/>
                </a:ext>
              </a:extLst>
            </p:cNvPr>
            <p:cNvSpPr txBox="1"/>
            <p:nvPr/>
          </p:nvSpPr>
          <p:spPr>
            <a:xfrm>
              <a:off x="3429000" y="557370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62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A14D226E-507C-5BA4-C32D-FD422132F778}"/>
              </a:ext>
            </a:extLst>
          </p:cNvPr>
          <p:cNvGrpSpPr/>
          <p:nvPr/>
        </p:nvGrpSpPr>
        <p:grpSpPr>
          <a:xfrm>
            <a:off x="0" y="128174"/>
            <a:ext cx="6858000" cy="3065972"/>
            <a:chOff x="0" y="128174"/>
            <a:chExt cx="6858000" cy="3065972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888FE75-39AA-623B-3E86-35518544F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8174"/>
              <a:ext cx="6858000" cy="3065972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E311EF8-C4EE-9D82-1EDC-9A733820DCC4}"/>
                </a:ext>
              </a:extLst>
            </p:cNvPr>
            <p:cNvSpPr/>
            <p:nvPr/>
          </p:nvSpPr>
          <p:spPr>
            <a:xfrm>
              <a:off x="1769269" y="1550194"/>
              <a:ext cx="692944" cy="95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C37BF73-4628-5BBD-AC4D-F439144DBEE9}"/>
                </a:ext>
              </a:extLst>
            </p:cNvPr>
            <p:cNvSpPr txBox="1"/>
            <p:nvPr/>
          </p:nvSpPr>
          <p:spPr>
            <a:xfrm>
              <a:off x="1777187" y="214312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0968593-2329-FAD4-5520-BF855889A316}"/>
                </a:ext>
              </a:extLst>
            </p:cNvPr>
            <p:cNvSpPr txBox="1"/>
            <p:nvPr/>
          </p:nvSpPr>
          <p:spPr>
            <a:xfrm>
              <a:off x="1777187" y="1597819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987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3B93C10D-6A20-F6C1-E838-3E23258D9B82}"/>
              </a:ext>
            </a:extLst>
          </p:cNvPr>
          <p:cNvGrpSpPr/>
          <p:nvPr/>
        </p:nvGrpSpPr>
        <p:grpSpPr>
          <a:xfrm>
            <a:off x="0" y="0"/>
            <a:ext cx="6858000" cy="5143500"/>
            <a:chOff x="0" y="0"/>
            <a:chExt cx="6858000" cy="514350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6464277-31C4-3B92-C336-857BE2D72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858000" cy="514350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9947576-179B-1DBC-3593-CA670C80D5D8}"/>
                </a:ext>
              </a:extLst>
            </p:cNvPr>
            <p:cNvSpPr/>
            <p:nvPr/>
          </p:nvSpPr>
          <p:spPr>
            <a:xfrm>
              <a:off x="175260" y="449580"/>
              <a:ext cx="670560" cy="4434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554BB80-8809-E3D0-B1C5-9BB0B855179A}"/>
                </a:ext>
              </a:extLst>
            </p:cNvPr>
            <p:cNvSpPr/>
            <p:nvPr/>
          </p:nvSpPr>
          <p:spPr>
            <a:xfrm>
              <a:off x="3604260" y="510540"/>
              <a:ext cx="670560" cy="4297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03906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1873</TotalTime>
  <Words>40</Words>
  <Application>Microsoft Office PowerPoint</Application>
  <PresentationFormat>Papel A4 (210x297 mm)</PresentationFormat>
  <Paragraphs>33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Instituto de Medicina Molecular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Miguel Kaizeler Guedes Da Silva Afonso</dc:creator>
  <cp:lastModifiedBy>Alexandre Miguel Kaizeler Guedes Da Silva Afonso</cp:lastModifiedBy>
  <cp:revision>5</cp:revision>
  <dcterms:created xsi:type="dcterms:W3CDTF">2026-08-21T08:20:50Z</dcterms:created>
  <dcterms:modified xsi:type="dcterms:W3CDTF">2026-08-25T15:25:47Z</dcterms:modified>
</cp:coreProperties>
</file>